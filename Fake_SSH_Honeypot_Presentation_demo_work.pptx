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1450" y="2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10-Apr-25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10-Apr-25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10-Apr-25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10-Apr-25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10-Apr-25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10-Apr-25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Fake SSH Honeypot Attack Detection &amp; Monitoring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Cybersecurity Logging &amp; Monitoring Assignment</a:t>
            </a:r>
          </a:p>
          <a:p>
            <a:r>
              <a:t>Prepared by: Gurjeet Singh</a:t>
            </a:r>
          </a:p>
          <a:p>
            <a:r>
              <a:t>Date: April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0337"/>
            <a:ext cx="8229600" cy="1143000"/>
          </a:xfrm>
        </p:spPr>
        <p:txBody>
          <a:bodyPr/>
          <a:lstStyle/>
          <a:p>
            <a:r>
              <a:t>Attack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Objective: Simulate an external SSH brute-force attack using a fake SSH server (Cowrie) and monitor it using centralized logging tools.</a:t>
            </a:r>
          </a:p>
          <a:p>
            <a:endParaRPr dirty="0"/>
          </a:p>
          <a:p>
            <a:r>
              <a:rPr dirty="0"/>
              <a:t>Details:</a:t>
            </a:r>
          </a:p>
          <a:p>
            <a:r>
              <a:rPr dirty="0"/>
              <a:t>- A fake SSH honeypot (Cowrie) was deployed on `</a:t>
            </a:r>
            <a:r>
              <a:rPr dirty="0" err="1"/>
              <a:t>nmshost</a:t>
            </a:r>
            <a:r>
              <a:rPr dirty="0"/>
              <a:t>`.</a:t>
            </a:r>
          </a:p>
          <a:p>
            <a:r>
              <a:rPr dirty="0"/>
              <a:t>- `webhost` simulated the attacker using brute-force (Hydra).</a:t>
            </a:r>
          </a:p>
          <a:p>
            <a:r>
              <a:rPr dirty="0"/>
              <a:t>- Logging and monitoring tools were configured to detect and visualize the attack.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Attack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Tools Used for the Attack:</a:t>
            </a:r>
          </a:p>
          <a:p>
            <a:r>
              <a:rPr dirty="0"/>
              <a:t>- Attacker Machine: `webhost`</a:t>
            </a:r>
          </a:p>
          <a:p>
            <a:r>
              <a:rPr dirty="0"/>
              <a:t>- Target (Honeypot): `nmshost` running Cowrie</a:t>
            </a:r>
          </a:p>
          <a:p>
            <a:r>
              <a:rPr dirty="0"/>
              <a:t>- Attack Method: SSH brute-force using Hydra.</a:t>
            </a:r>
          </a:p>
          <a:p>
            <a:endParaRPr dirty="0"/>
          </a:p>
          <a:p>
            <a:r>
              <a:rPr dirty="0"/>
              <a:t>Example Hydra Command:</a:t>
            </a:r>
          </a:p>
          <a:p>
            <a:r>
              <a:rPr dirty="0"/>
              <a:t>hydra -l root -P /</a:t>
            </a:r>
            <a:r>
              <a:rPr dirty="0" err="1"/>
              <a:t>usr</a:t>
            </a:r>
            <a:r>
              <a:rPr dirty="0"/>
              <a:t>/share/wordlists/rockyou.txt ssh://&lt;nmshost-ip&gt;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Point of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Detection of First Attack Attempt:</a:t>
            </a:r>
          </a:p>
          <a:p>
            <a:r>
              <a:rPr dirty="0"/>
              <a:t>- Cowrie logs (`cowrie.log`) show first login attempt.</a:t>
            </a:r>
          </a:p>
          <a:p>
            <a:r>
              <a:rPr dirty="0"/>
              <a:t>- Timestamp, IP, and attempted credentials captured.</a:t>
            </a:r>
          </a:p>
          <a:p>
            <a:endParaRPr dirty="0"/>
          </a:p>
          <a:p>
            <a:r>
              <a:rPr dirty="0"/>
              <a:t>Example Cowrie Log Snippet:</a:t>
            </a:r>
          </a:p>
          <a:p>
            <a:r>
              <a:rPr dirty="0"/>
              <a:t>2025-04-10 12:34:56 login attempt [root/123456] from 192.168.100.10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Logs Investigated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Tools Used:</a:t>
            </a:r>
          </a:p>
          <a:p>
            <a:r>
              <a:rPr dirty="0"/>
              <a:t>- </a:t>
            </a:r>
            <a:r>
              <a:rPr dirty="0" err="1"/>
              <a:t>Logwatch</a:t>
            </a:r>
            <a:endParaRPr dirty="0"/>
          </a:p>
          <a:p>
            <a:r>
              <a:rPr dirty="0"/>
              <a:t>- </a:t>
            </a:r>
            <a:r>
              <a:rPr dirty="0" err="1"/>
              <a:t>fwlogwatch</a:t>
            </a:r>
            <a:endParaRPr dirty="0"/>
          </a:p>
          <a:p>
            <a:r>
              <a:rPr dirty="0"/>
              <a:t>- Cowrie’s native logs</a:t>
            </a:r>
          </a:p>
          <a:p>
            <a:r>
              <a:rPr dirty="0"/>
              <a:t>- </a:t>
            </a:r>
            <a:r>
              <a:rPr dirty="0" err="1"/>
              <a:t>Rsyslog</a:t>
            </a:r>
            <a:r>
              <a:rPr dirty="0"/>
              <a:t> for log forwarding</a:t>
            </a:r>
          </a:p>
          <a:p>
            <a:endParaRPr dirty="0"/>
          </a:p>
          <a:p>
            <a:r>
              <a:rPr dirty="0"/>
              <a:t>Analysis:</a:t>
            </a:r>
          </a:p>
          <a:p>
            <a:r>
              <a:rPr dirty="0"/>
              <a:t>- </a:t>
            </a:r>
            <a:r>
              <a:rPr dirty="0" err="1"/>
              <a:t>Logwatch</a:t>
            </a:r>
            <a:r>
              <a:rPr dirty="0"/>
              <a:t> identified suspicious SSH activity.</a:t>
            </a:r>
          </a:p>
          <a:p>
            <a:r>
              <a:rPr dirty="0"/>
              <a:t>- </a:t>
            </a:r>
            <a:r>
              <a:rPr dirty="0" err="1"/>
              <a:t>fwlogwatch</a:t>
            </a:r>
            <a:r>
              <a:rPr dirty="0"/>
              <a:t> flagged excessive connections to port 22.</a:t>
            </a:r>
          </a:p>
          <a:p>
            <a:r>
              <a:rPr dirty="0"/>
              <a:t>- Central syslog server (`nmshost`) collected and displayed all logs.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Tools Visibility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Tools Integrated:</a:t>
            </a:r>
          </a:p>
          <a:p>
            <a:r>
              <a:t>- **LogAnalyzer**: Central web interface for logs.</a:t>
            </a:r>
          </a:p>
          <a:p>
            <a:r>
              <a:t>- **LibreNMS**: Monitored device traffic &amp; SNMP alerts.</a:t>
            </a:r>
          </a:p>
          <a:p>
            <a:r>
              <a:t>- **Logwatch/fwlogwatch**: CLI-based monitoring.</a:t>
            </a:r>
          </a:p>
          <a:p>
            <a:endParaRPr/>
          </a:p>
          <a:p>
            <a:r>
              <a:t>Observations:</a:t>
            </a:r>
          </a:p>
          <a:p>
            <a:r>
              <a:t>- Attack visibility confirmed in all tools.</a:t>
            </a:r>
          </a:p>
          <a:p>
            <a:r>
              <a:t>- Logs provided timestamped, categorized entries.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Attack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650832"/>
          </a:xfrm>
        </p:spPr>
        <p:txBody>
          <a:bodyPr>
            <a:normAutofit lnSpcReduction="10000"/>
          </a:bodyPr>
          <a:lstStyle/>
          <a:p>
            <a:r>
              <a:rPr dirty="0"/>
              <a:t>Outcome:</a:t>
            </a:r>
          </a:p>
          <a:p>
            <a:r>
              <a:rPr dirty="0"/>
              <a:t>- Attacker failed to gain access (Cowrie is a honeypot).</a:t>
            </a:r>
          </a:p>
          <a:p>
            <a:r>
              <a:rPr dirty="0"/>
              <a:t>- Attack was **fully detected and logged**.</a:t>
            </a:r>
          </a:p>
          <a:p>
            <a:r>
              <a:rPr dirty="0"/>
              <a:t>- Tools correlated the events effectively.</a:t>
            </a:r>
          </a:p>
          <a:p>
            <a:endParaRPr dirty="0"/>
          </a:p>
          <a:p>
            <a:r>
              <a:rPr dirty="0"/>
              <a:t>Logged Info:</a:t>
            </a:r>
          </a:p>
          <a:p>
            <a:r>
              <a:rPr dirty="0"/>
              <a:t>- IP address of attacker.</a:t>
            </a:r>
          </a:p>
          <a:p>
            <a:r>
              <a:rPr dirty="0"/>
              <a:t>- Time and frequency of login attempts.</a:t>
            </a:r>
          </a:p>
          <a:p>
            <a:r>
              <a:rPr dirty="0"/>
              <a:t>- Credentials used in brute force.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Prevention &amp;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Mitigation Recommendations:</a:t>
            </a:r>
          </a:p>
          <a:p>
            <a:r>
              <a:t>- Continue running honeypots for deception.</a:t>
            </a:r>
          </a:p>
          <a:p>
            <a:r>
              <a:t>- Set up `fail2ban` to block IPs based on Cowrie logs.</a:t>
            </a:r>
          </a:p>
          <a:p>
            <a:r>
              <a:t>- Automate log analysis alerts via:</a:t>
            </a:r>
          </a:p>
          <a:p>
            <a:r>
              <a:t>  - Email notifications.</a:t>
            </a:r>
          </a:p>
          <a:p>
            <a:r>
              <a:t>  - LogAnalyzer rules.</a:t>
            </a:r>
          </a:p>
          <a:p>
            <a:r>
              <a:t>- Integrate SIEM (Splunk/ELK) for deeper correlation.</a:t>
            </a:r>
          </a:p>
          <a:p>
            <a:endParaRPr/>
          </a:p>
          <a:p>
            <a:r>
              <a:t>Future Improvements:</a:t>
            </a:r>
          </a:p>
          <a:p>
            <a:r>
              <a:t>- Deploy IDS (Snort, Suricata).</a:t>
            </a:r>
          </a:p>
          <a:p>
            <a:r>
              <a:t>- Enable GeoIP logging for attacker traceability.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Video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Video Walkthrough Summary:</a:t>
            </a:r>
          </a:p>
          <a:p>
            <a:r>
              <a:t>1. Attack launched from `webhost`.</a:t>
            </a:r>
          </a:p>
          <a:p>
            <a:r>
              <a:t>2. Cowrie logs updated live.</a:t>
            </a:r>
          </a:p>
          <a:p>
            <a:r>
              <a:t>3. Logwatch &amp; fwlogwatch results shown.</a:t>
            </a:r>
          </a:p>
          <a:p>
            <a:r>
              <a:t>4. LogAnalyzer displayed events visually.</a:t>
            </a:r>
          </a:p>
          <a:p>
            <a:r>
              <a:t>5. LibreNMS reflected network activity.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473</Words>
  <Application>Microsoft Office PowerPoint</Application>
  <PresentationFormat>On-screen Show (4:3)</PresentationFormat>
  <Paragraphs>75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Fake SSH Honeypot Attack Detection &amp; Monitoring</vt:lpstr>
      <vt:lpstr>Attack Description</vt:lpstr>
      <vt:lpstr>Attack Execution</vt:lpstr>
      <vt:lpstr>First Point of Attack</vt:lpstr>
      <vt:lpstr>Logs Investigated</vt:lpstr>
      <vt:lpstr>Monitoring Tools Visibility</vt:lpstr>
      <vt:lpstr>Attack Outcome</vt:lpstr>
      <vt:lpstr>Prevention &amp; Mitigation</vt:lpstr>
      <vt:lpstr>Video Demonstration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Gurjeet Singh</dc:creator>
  <cp:keywords/>
  <dc:description>generated using python-pptx</dc:description>
  <cp:lastModifiedBy>Gurjeet Singh</cp:lastModifiedBy>
  <cp:revision>2</cp:revision>
  <dcterms:created xsi:type="dcterms:W3CDTF">2013-01-27T09:14:16Z</dcterms:created>
  <dcterms:modified xsi:type="dcterms:W3CDTF">2025-04-10T09:18:29Z</dcterms:modified>
  <cp:category/>
</cp:coreProperties>
</file>